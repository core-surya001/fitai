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45720" cy="68580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solidFill>
            <a:srgbClr val="0F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FitAI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A26E"/>
                </a:solidFill>
                <a:latin typeface="Calibri"/>
              </a:rPr>
              <a:t>AI-Powered Virtual Try-On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  <a:latin typeface="Calibri"/>
              </a:rPr>
              <a:t>Transforming the way people shop for fashion
through intelligent, real-time garment visualization.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26E"/>
                </a:solidFill>
                <a:latin typeface="Calibri"/>
              </a:rPr>
              <a:t>✦  Next.js  ·  FastAPI  ·  IDM-VTON  ·  Google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Virtual Try-On  |  AI Stylist  |  Digital Wardrobe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8A26E"/>
                </a:solidFill>
                <a:latin typeface="Calibri"/>
              </a:rPr>
              <a:t>Fashion meets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02  |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A3A4A"/>
                </a:solidFill>
                <a:latin typeface="Calibri"/>
              </a:rPr>
              <a:t>Why does virtual fashion shopping still fail consumers?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26E"/>
                </a:solidFill>
                <a:latin typeface="Calibri"/>
              </a:rPr>
              <a:t>Returns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~30% of online clothing purchases are returned, mostly due to fit or appearance mismatch.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92024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26E"/>
                </a:solidFill>
                <a:latin typeface="Calibri"/>
              </a:rPr>
              <a:t>Blind Buying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Shoppers cannot visualize garments on their own body — they rely on models who look nothing like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26E"/>
                </a:solidFill>
                <a:latin typeface="Calibri"/>
              </a:rPr>
              <a:t>Time Wasted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Hours spent in fitting rooms or waiting for deliveries just to discover the item doesn't suit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92024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26E"/>
                </a:solidFill>
                <a:latin typeface="Calibri"/>
              </a:rPr>
              <a:t>Revenue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Retailers lose billions annually in reverse logistics and restocking costs from avoidable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03  |  Our Solution — FitAI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73152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0EDE8"/>
                </a:solidFill>
                <a:latin typeface="Calibri"/>
              </a:rPr>
              <a:t>FitAI bridges the gap between online browsing and real-world fitting using cutting-edge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651760" cy="36576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26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8"/>
                </a:solidFill>
                <a:latin typeface="Calibri"/>
              </a:rPr>
              <a:t>User uploads a full-body or half-body photo of themselves.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194560"/>
            <a:ext cx="2651760" cy="36576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26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Select Garment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290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8"/>
                </a:solidFill>
                <a:latin typeface="Calibri"/>
              </a:rPr>
              <a:t>User picks any garment from the wardrobe or catalog.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94560"/>
            <a:ext cx="2651760" cy="36576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26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290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8"/>
                </a:solidFill>
                <a:latin typeface="Calibri"/>
              </a:rPr>
              <a:t>IDM-VTON model realistically superimposes the garment onto the user's photo.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194560"/>
            <a:ext cx="2651760" cy="36576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26E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Style &amp; 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4290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8"/>
                </a:solidFill>
                <a:latin typeface="Calibri"/>
              </a:rPr>
              <a:t>View the result, ask the AI Stylist for advice, and save to wardrobe.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04  | 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6E"/>
                </a:solidFill>
                <a:latin typeface="Calibri"/>
              </a:rPr>
              <a:t>🪄  Virtual Try-On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Powered by IDM-VTON (Hugging Face). Realistic garment diffusion adapted to user pose and body shape.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280160"/>
            <a:ext cx="36576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6E"/>
                </a:solidFill>
                <a:latin typeface="Calibri"/>
              </a:rPr>
              <a:t>🤖  AI Stylist — 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Integrated chat assistant powered by Google Gemini for outfit recommendations and fashion tips.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6576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6E"/>
                </a:solidFill>
                <a:latin typeface="Calibri"/>
              </a:rPr>
              <a:t>👗  Digital Wardrobe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Users upload and manage their photo library and garment catalog in a personal digital closet.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36576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6E"/>
                </a:solidFill>
                <a:latin typeface="Calibri"/>
              </a:rPr>
              <a:t>💳  Credit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Free, Pro, and Unlimited subscription tiers with a mock payment gateway for upgrades.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566160"/>
            <a:ext cx="36576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6E"/>
                </a:solidFill>
                <a:latin typeface="Calibri"/>
              </a:rPr>
              <a:t>🖼️  Lookbook Gallery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51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Save, view, download, and delete previously generated AI looks in a beautiful gallery.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566160"/>
            <a:ext cx="36576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6E"/>
                </a:solidFill>
                <a:latin typeface="Calibri"/>
              </a:rPr>
              <a:t>🌐  Modern Web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51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DE8"/>
                </a:solidFill>
                <a:latin typeface="Calibri"/>
              </a:rPr>
              <a:t>Glassmorphism UI built with Next.js 14, Tailwind CSS, and Framer Motion animations.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05  |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Next.js 14 (App Router)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TypeScript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Tailwind CSS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Framer Motion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Zustand (State)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Axios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Lucide Icons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74320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743200" cy="4572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216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830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FastAPI (Python)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SQLAlchemy ORM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JWT Authentication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Bcrypt Password Hash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SQLite / PostgreSQL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Uvicorn / Gunicorn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74320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16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830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IDM-VTON (HuggingFace)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Google Gemini API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Gradio Client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Replicate API (MVP)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OpenPose (Preprocessing)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Rembg (BG Removal)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188720"/>
            <a:ext cx="274320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188720"/>
            <a:ext cx="2743200" cy="4572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216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Infra &amp;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7830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Vercel (Frontend)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Render.com (Backend)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AWS S3 / Cloudflare R2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PostgreSQL (Supabase)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Redis + Celery (Queue)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RunPod / EC2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06  |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0"/>
            <a:ext cx="228600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🖥️  Frontend
Next.js / React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43200"/>
            <a:ext cx="2286000" cy="822960"/>
          </a:xfrm>
          <a:prstGeom prst="rect">
            <a:avLst/>
          </a:prstGeom>
          <a:solidFill>
            <a:srgbClr val="17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2788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⚡  Backend
FastAPI (Python)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286000" cy="82296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9" y="1417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🗄️  Database
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743200"/>
            <a:ext cx="2286000" cy="822960"/>
          </a:xfrm>
          <a:prstGeom prst="rect">
            <a:avLst/>
          </a:prstGeom>
          <a:solidFill>
            <a:srgbClr val="7D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2788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☁️  Cloud Storage
AWS S3 / R2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114800"/>
            <a:ext cx="2286000" cy="822960"/>
          </a:xfrm>
          <a:prstGeom prst="rect">
            <a:avLst/>
          </a:prstGeom>
          <a:solidFill>
            <a:srgbClr val="1A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4160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📬  Task Queue
Redis + Celery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743200"/>
            <a:ext cx="2286000" cy="822960"/>
          </a:xfrm>
          <a:prstGeom prst="rect">
            <a:avLst/>
          </a:prstGeom>
          <a:solidFill>
            <a:srgbClr val="3B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2788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🤖  ML Worker
IDM-VTON GPU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371600"/>
            <a:ext cx="2286000" cy="822960"/>
          </a:xfrm>
          <a:prstGeom prst="rect">
            <a:avLst/>
          </a:prstGeom>
          <a:solidFill>
            <a:srgbClr val="2C4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417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🔗  HuggingFace
Model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A26E"/>
                </a:solidFill>
                <a:latin typeface="Calibri"/>
              </a:rPr>
              <a:t>REST API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A26E"/>
                </a:solidFill>
                <a:latin typeface="Calibri"/>
              </a:rPr>
              <a:t>↑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A26E"/>
                </a:solidFill>
                <a:latin typeface="Calibri"/>
              </a:rPr>
              <a:t>↑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A26E"/>
                </a:solidFill>
                <a:latin typeface="Calibri"/>
              </a:rPr>
              <a:t>↑ Enqueue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A26E"/>
                </a:solidFill>
                <a:latin typeface="Calibri"/>
              </a:rPr>
              <a:t>←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A26E"/>
                </a:solidFill>
                <a:latin typeface="Calibri"/>
              </a:rPr>
              <a:t>↑ 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0EDE8"/>
                </a:solidFill>
                <a:latin typeface="Calibri"/>
              </a:rPr>
              <a:t>Decoupled microservice architecture ensures scalability: heavy AI tasks are offloaded to GPU workers via Redis, keeping the API responsive.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07  |  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5C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id  (PK)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email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password_hash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credits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subscription_tier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created_at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6517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5C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216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UserPhotos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8308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id  (PK)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user_id  (FK)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s3_url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label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created_at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6517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5C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16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Garments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8308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id  (PK)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user_id  (FK, optional)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s3_url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category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name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created_at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188720"/>
            <a:ext cx="26517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188720"/>
            <a:ext cx="2651760" cy="457200"/>
          </a:xfrm>
          <a:prstGeom prst="rect">
            <a:avLst/>
          </a:prstGeom>
          <a:solidFill>
            <a:srgbClr val="5C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216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TryOnJobs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78308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id  (PK)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user_id  (FK)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user_photo_id  (FK)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garment_id  (FK)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status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result_image_url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F0EDE8"/>
                </a:solidFill>
                <a:latin typeface="Calibri"/>
              </a:rPr>
              <a:t>  ▸  created_at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A3A4A"/>
                </a:solidFill>
                <a:latin typeface="Calibri"/>
              </a:rPr>
              <a:t>ORM: SQLAlchemy  |  Dev: SQLite  |  Prod: PostgreSQL (Supabase / AWS RDS)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08  |  AI /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0292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Pre-processing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Background removal
(rembg)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9067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Pose estimation
(OpenPose)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8795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Human parsing
(Segmentation)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212079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85231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Cloth mask
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56616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188720"/>
            <a:ext cx="3566160" cy="50292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21615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Inference
(IDM-VTON)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92024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99339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User image +
garment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01752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09067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Pose map +
human parse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11480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18795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Diffusion model
garment 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5212079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285231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Adapts to pose,
lighting &amp; shape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188720"/>
            <a:ext cx="356616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188720"/>
            <a:ext cx="3566160" cy="50292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21615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Post-processing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92024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199339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HD upscaling
(optional)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301752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09067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Result stored
in AWS S3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4114800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418795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Job status
updated in 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5212079"/>
            <a:ext cx="3200400" cy="914400"/>
          </a:xfrm>
          <a:prstGeom prst="rect">
            <a:avLst/>
          </a:prstGeom>
          <a:solidFill>
            <a:srgbClr val="16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5285231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Frontend polls
result via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C8A26E"/>
                </a:solidFill>
                <a:latin typeface="Calibri"/>
              </a:rPr>
              <a:t>MVP Shortcut: Use Replicate.com API to access pre-hosted IDM-VTON — no GPU setup needed for initial launch.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09  |  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161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8A26E"/>
                </a:solidFill>
                <a:latin typeface="Calibri"/>
              </a:rPr>
              <a:t>Phase 1
Weeks 1–2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743200" cy="4297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Foundation &amp;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Initialize Next.js &amp; FastAPI repos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PostgreSQL setup + User auth (JWT)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Core UI pages: Login, Dashboard, Closet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7432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2161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8A26E"/>
                </a:solidFill>
                <a:latin typeface="Calibri"/>
              </a:rPr>
              <a:t>Phase 2
Weeks 3–4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743200" cy="4297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Storage &amp;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AWS S3 integration for image uploads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Garment &amp; Photo CRUD API endpoints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Connect frontend to backend APIs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7432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2161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8A26E"/>
                </a:solidFill>
                <a:latin typeface="Calibri"/>
              </a:rPr>
              <a:t>Phase 3
Weeks 5–6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743200" cy="4297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AI/ML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Replicate / HuggingFace Try-On API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Celery+Redis background task queue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Frontend polling / result display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188720"/>
            <a:ext cx="27432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2161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8A26E"/>
                </a:solidFill>
                <a:latin typeface="Calibri"/>
              </a:rPr>
              <a:t>Phase 4
Weeks 7–8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743200" cy="4297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Polish &amp;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6517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Gallery view for past try-ons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Error handling &amp; edge cases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0EDE8"/>
                </a:solidFill>
                <a:latin typeface="Calibri"/>
              </a:rPr>
              <a:t>  ▸  Deploy: Vercel + Render +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A3A4A"/>
                </a:solidFill>
                <a:latin typeface="Calibri"/>
              </a:rPr>
              <a:t>Total Duration: ~8 Weeks  |  Agile Sprint-based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  |  Summary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48640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26E"/>
                </a:solidFill>
                <a:latin typeface="Calibri"/>
              </a:rPr>
              <a:t>🎯  What We've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Full-stack Virtual Try-On web platform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IDM-VTON AI model integration via HuggingFace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Google Gemini-powered AI Stylist chatbot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JWT-secured REST API with FastAPI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Digital Wardrobe with S3 image management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Credit &amp; subscription economy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Production deployments: Vercel + Render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Glassmorphism UI with animations (Next.js 14)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43000"/>
            <a:ext cx="5303520" cy="5212080"/>
          </a:xfrm>
          <a:prstGeom prst="rect">
            <a:avLst/>
          </a:prstGeom>
          <a:solidFill>
            <a:srgbClr val="0F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26E"/>
                </a:solidFill>
                <a:latin typeface="Calibri"/>
              </a:rPr>
              <a:t>🚀 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Mobile app (React Native / Flutter)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3D body avatar generation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Real-time AR try-on via webcam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Social sharing &amp; community lookbook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Brand/retailer API integration for live catalog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Multi-garment outfit layering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Size recommendation engine (ML-based)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F0EDE8"/>
                </a:solidFill>
                <a:latin typeface="Calibri"/>
              </a:rPr>
              <a:t>  ▸  NFT-based digital wardrobe ownership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FitAI  —  The Future of Fashion is Virtual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